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f8cd25c22c42fe" /><Relationship Type="http://schemas.openxmlformats.org/officeDocument/2006/relationships/extended-properties" Target="/docProps/app.xml" Id="R5664adcd618b452a" /><Relationship Type="http://schemas.openxmlformats.org/officeDocument/2006/relationships/officeDocument" Target="/ppt/presentation.xml" Id="Rda9746e9f8794b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7cf364d19547c5"/>
  </p:sldMasterIdLst>
  <p:notesMasterIdLst>
    <p:notesMasterId xmlns:r="http://schemas.openxmlformats.org/officeDocument/2006/relationships" r:id="R054f1916e6ff48a1"/>
  </p:notesMasterIdLst>
  <p:sldIdLst>
    <p:sldId xmlns:r="http://schemas.openxmlformats.org/officeDocument/2006/relationships" id="256" r:id="R7a0efa8dca854369"/>
    <p:sldId xmlns:r="http://schemas.openxmlformats.org/officeDocument/2006/relationships" id="257" r:id="R5f031d92f22c493c"/>
    <p:sldId xmlns:r="http://schemas.openxmlformats.org/officeDocument/2006/relationships" id="258" r:id="R0b23a746e5644ee0"/>
    <p:sldId xmlns:r="http://schemas.openxmlformats.org/officeDocument/2006/relationships" id="259" r:id="R34275fe0ab2e47f2"/>
    <p:sldId xmlns:r="http://schemas.openxmlformats.org/officeDocument/2006/relationships" id="260" r:id="R75fa0bdbb771445c"/>
    <p:sldId xmlns:r="http://schemas.openxmlformats.org/officeDocument/2006/relationships" id="261" r:id="R9d257e4ecde74eda"/>
    <p:sldId xmlns:r="http://schemas.openxmlformats.org/officeDocument/2006/relationships" id="262" r:id="R1b1a2ddb39d64789"/>
    <p:sldId xmlns:r="http://schemas.openxmlformats.org/officeDocument/2006/relationships" id="263" r:id="Rc4086efa64a6452e"/>
    <p:sldId xmlns:r="http://schemas.openxmlformats.org/officeDocument/2006/relationships" id="264" r:id="R73754b39f7e74e25"/>
    <p:sldId xmlns:r="http://schemas.openxmlformats.org/officeDocument/2006/relationships" id="265" r:id="Rc0e473dac6074d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4fff8690e94578" /><Relationship Type="http://schemas.openxmlformats.org/officeDocument/2006/relationships/slideMaster" Target="/ppt/slideMasters/slideMaster1.xml" Id="R927cf364d19547c5" /><Relationship Type="http://schemas.openxmlformats.org/officeDocument/2006/relationships/notesMaster" Target="/ppt/notesMasters/notesMaster1.xml" Id="R054f1916e6ff48a1" /><Relationship Type="http://schemas.openxmlformats.org/officeDocument/2006/relationships/presProps" Target="/ppt/presProps.xml" Id="R95077d2796e24e72" /><Relationship Type="http://schemas.openxmlformats.org/officeDocument/2006/relationships/tableStyles" Target="/ppt/tableStyles.xml" Id="Rac4f84e1477b4a9b" /><Relationship Type="http://schemas.openxmlformats.org/officeDocument/2006/relationships/slide" Target="/ppt/slides/slide1.xml" Id="R7a0efa8dca854369" /><Relationship Type="http://schemas.openxmlformats.org/officeDocument/2006/relationships/slide" Target="/ppt/slides/slide2.xml" Id="R5f031d92f22c493c" /><Relationship Type="http://schemas.openxmlformats.org/officeDocument/2006/relationships/slide" Target="/ppt/slides/slide3.xml" Id="R0b23a746e5644ee0" /><Relationship Type="http://schemas.openxmlformats.org/officeDocument/2006/relationships/slide" Target="/ppt/slides/slide4.xml" Id="R34275fe0ab2e47f2" /><Relationship Type="http://schemas.openxmlformats.org/officeDocument/2006/relationships/slide" Target="/ppt/slides/slide5.xml" Id="R75fa0bdbb771445c" /><Relationship Type="http://schemas.openxmlformats.org/officeDocument/2006/relationships/slide" Target="/ppt/slides/slide6.xml" Id="R9d257e4ecde74eda" /><Relationship Type="http://schemas.openxmlformats.org/officeDocument/2006/relationships/slide" Target="/ppt/slides/slide7.xml" Id="R1b1a2ddb39d64789" /><Relationship Type="http://schemas.openxmlformats.org/officeDocument/2006/relationships/slide" Target="/ppt/slides/slide8.xml" Id="Rc4086efa64a6452e" /><Relationship Type="http://schemas.openxmlformats.org/officeDocument/2006/relationships/slide" Target="/ppt/slides/slide9.xml" Id="R73754b39f7e74e25" /><Relationship Type="http://schemas.openxmlformats.org/officeDocument/2006/relationships/slide" Target="/ppt/slides/slide10.xml" Id="Rc0e473dac6074d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c88d12efc04c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e6ced8ee1f4155" /><Relationship Type="http://schemas.openxmlformats.org/officeDocument/2006/relationships/notesMaster" Target="/ppt/notesMasters/notesMaster1.xml" Id="R8a15bd6c475849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dda2dc7efa4519" /><Relationship Type="http://schemas.openxmlformats.org/officeDocument/2006/relationships/notesMaster" Target="/ppt/notesMasters/notesMaster1.xml" Id="R84b1f2cf31194c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18d7cd6a93490c" /><Relationship Type="http://schemas.openxmlformats.org/officeDocument/2006/relationships/notesMaster" Target="/ppt/notesMasters/notesMaster1.xml" Id="R4ceb41f95eac41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a2eed2d61f4b91" /><Relationship Type="http://schemas.openxmlformats.org/officeDocument/2006/relationships/notesMaster" Target="/ppt/notesMasters/notesMaster1.xml" Id="Rff00c367643349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d1ed15dd7446b4" /><Relationship Type="http://schemas.openxmlformats.org/officeDocument/2006/relationships/notesMaster" Target="/ppt/notesMasters/notesMaster1.xml" Id="R407fc7a32c4245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70f894952b4407" /><Relationship Type="http://schemas.openxmlformats.org/officeDocument/2006/relationships/notesMaster" Target="/ppt/notesMasters/notesMaster1.xml" Id="R8acc6c119e5a46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08ba502e9149d0" /><Relationship Type="http://schemas.openxmlformats.org/officeDocument/2006/relationships/notesMaster" Target="/ppt/notesMasters/notesMaster1.xml" Id="R677d4dbc535442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c0e5cd14ae40c5" /><Relationship Type="http://schemas.openxmlformats.org/officeDocument/2006/relationships/notesMaster" Target="/ppt/notesMasters/notesMaster1.xml" Id="R5a120ca8b2e046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948b1d2841480c" /><Relationship Type="http://schemas.openxmlformats.org/officeDocument/2006/relationships/notesMaster" Target="/ppt/notesMasters/notesMaster1.xml" Id="R5ed9d5afc6cc40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cbb70fe95445f8" /><Relationship Type="http://schemas.openxmlformats.org/officeDocument/2006/relationships/notesMaster" Target="/ppt/notesMasters/notesMaster1.xml" Id="Rb32cda37ec994f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课程依据：2-题目.pdf 第1—3页；SPEC.md。个人姓名、学号及实际贡献需在正式提交前本人确认。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来源：2-题目.pdf 课题二；SPEC.md C01—C09。战胜教师仅通过现场实战确认。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来源：docs/design.md；engine/rules.py、backend/server.py、ai/server.py。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来源：engine/rules.py；tests/test_rules.py；SPEC.md 第4节。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来源：ai/search.py；engine/evaluation.py。没有使用现成象棋引擎、开局库或训练模型。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来源：backend/server.py、ai/server.py、tests/test_integration.py。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来源：backend/game.py；tests/test_game.py；SPEC.md 第5、8节。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来源：docs/棋力升级说明.md；docs/experiments/upgrade-v3-vs-v1/summary.json 与 metadata.json、40份棋谱。双方均 8/1500，20 个起始前缀配对换色。结果不能换算成人类等级。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来源：SPEC.md 第9节、docs/组长模块报告.md、docs/组员模块报告.md。责任分工不等于个人独立编写；实际贡献须本人核实。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来源：SPEC.md A08/A13/A14；docs/acceptance.md。不得把待实战写为已战胜。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39cf9713a4e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340d831b742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dad15454c4f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b155036e54b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f4315d04d49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d3eb3e20e40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81F373-E45C-41DF-BAD9-9E9FBF21C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A61899-EE31-4A47-8788-75FA5F7665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4BEF828-5376-4ADF-ADDA-D94F443FC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E3212B-B417-4FEA-BD9F-1AF576B5C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83A21E-33CA-41DD-88E4-4215BE37C9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55C9F6-CF3C-43AB-8994-A37603AB2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B2107E-A598-4F2A-A4EC-9D3CE9F2F1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A24E2C-B7FF-4CFC-ACEF-1C270C76FB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691573-92F5-419C-AA17-0C88FD3BE7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97D104-2AC1-4E82-892B-325927B1C5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281de80c8a418b" /><Relationship Type="http://schemas.openxmlformats.org/officeDocument/2006/relationships/slideLayout" Target="/ppt/slideLayouts/slideLayout1.xml" Id="Rca0cc21a749849ae" /><Relationship Type="http://schemas.openxmlformats.org/officeDocument/2006/relationships/slideLayout" Target="/ppt/slideLayouts/slideLayout2.xml" Id="R2d5c8a076ae14fe3" /><Relationship Type="http://schemas.openxmlformats.org/officeDocument/2006/relationships/slideLayout" Target="/ppt/slideLayouts/slideLayout3.xml" Id="R93456d241bb84b5a" /><Relationship Type="http://schemas.openxmlformats.org/officeDocument/2006/relationships/slideLayout" Target="/ppt/slideLayouts/slideLayout4.xml" Id="R3636cd8ceaae4580" /><Relationship Type="http://schemas.openxmlformats.org/officeDocument/2006/relationships/slideLayout" Target="/ppt/slideLayouts/slideLayout5.xml" Id="Rbea87e5901c24b14" /><Relationship Type="http://schemas.openxmlformats.org/officeDocument/2006/relationships/slideLayout" Target="/ppt/slideLayouts/slideLayout6.xml" Id="R12ad7dc984b74e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0cc21a749849ae"/>
    <p:sldLayoutId xmlns:r="http://schemas.openxmlformats.org/officeDocument/2006/relationships" id="2147483650" r:id="R2d5c8a076ae14fe3"/>
    <p:sldLayoutId xmlns:r="http://schemas.openxmlformats.org/officeDocument/2006/relationships" id="2147483651" r:id="R93456d241bb84b5a"/>
    <p:sldLayoutId xmlns:r="http://schemas.openxmlformats.org/officeDocument/2006/relationships" id="2147483652" r:id="R3636cd8ceaae4580"/>
    <p:sldLayoutId xmlns:r="http://schemas.openxmlformats.org/officeDocument/2006/relationships" id="2147483653" r:id="Rbea87e5901c24b14"/>
    <p:sldLayoutId xmlns:r="http://schemas.openxmlformats.org/officeDocument/2006/relationships" id="2147483654" r:id="R12ad7dc984b74e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b2dc648cdd424f" /><Relationship Type="http://schemas.openxmlformats.org/officeDocument/2006/relationships/notesSlide" Target="/ppt/notesSlides/notesSlide1.xml" Id="R6b4d541e8aa64f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d5a3841d145bd" /><Relationship Type="http://schemas.openxmlformats.org/officeDocument/2006/relationships/notesSlide" Target="/ppt/notesSlides/notesSlide2.xml" Id="R9140c0c78ab348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044f4d5e94124" /><Relationship Type="http://schemas.openxmlformats.org/officeDocument/2006/relationships/notesSlide" Target="/ppt/notesSlides/notesSlide3.xml" Id="R89e1475528534d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cdecbd9ff847b3" /><Relationship Type="http://schemas.openxmlformats.org/officeDocument/2006/relationships/notesSlide" Target="/ppt/notesSlides/notesSlide4.xml" Id="Rb52ff570e33947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94e647eb84e2d" /><Relationship Type="http://schemas.openxmlformats.org/officeDocument/2006/relationships/notesSlide" Target="/ppt/notesSlides/notesSlide5.xml" Id="R403f17415fca4b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4d809f3cd4e44" /><Relationship Type="http://schemas.openxmlformats.org/officeDocument/2006/relationships/notesSlide" Target="/ppt/notesSlides/notesSlide6.xml" Id="R486f4207b5a24d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ec45005ba45e8" /><Relationship Type="http://schemas.openxmlformats.org/officeDocument/2006/relationships/notesSlide" Target="/ppt/notesSlides/notesSlide7.xml" Id="R911a6e7e194046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4262f14400447a" /><Relationship Type="http://schemas.openxmlformats.org/officeDocument/2006/relationships/notesSlide" Target="/ppt/notesSlides/notesSlide8.xml" Id="Rd87bd082e61144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0c570499d4fc4" /><Relationship Type="http://schemas.openxmlformats.org/officeDocument/2006/relationships/notesSlide" Target="/ppt/notesSlides/notesSlide9.xml" Id="R08e767fce3be48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5369eb57a447b" /><Relationship Type="http://schemas.openxmlformats.org/officeDocument/2006/relationships/notesSlide" Target="/ppt/notesSlides/notesSlide10.xml" Id="Rf4eb5096eae449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91B6A-9765-47AD-AB7F-14E87448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BA5B6-A18C-4841-9D91-2719487E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中国象棋游戏及其 AI 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15359-8813-4E5A-BCDC-57DA93AF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0140E-619B-4691-974F-C6CD07E7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弈境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DC640-1AE9-4F3F-A383-64021524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网页交互 · 权威规则 · 独立搜索服务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26B42-23BA-43D0-96A1-2D9DECE4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专业课程设计 II   B230405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FF16E-2EFA-4889-A1DB-F1D23285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软件与实验演示版   2026年10月12日</a:t>
            </a:r>
          </a:p>
        </p:txBody>
      </p:sp>
    </p:spTree>
    <p:extLst>
      <p:ext uri="{BB962C8B-B14F-4D97-AF65-F5344CB8AC3E}">
        <p14:creationId xmlns:p14="http://schemas.microsoft.com/office/powerpoint/2010/main" val="1621858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7DB4B-272C-47AE-A5AA-EC436CCF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D068D-3263-4612-BDE5-2CA8AB0A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课题目标与功能范围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4694E-F440-4D37-9324-E681C14C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2F612-8060-498E-BEEC-2F07B4B5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三种对战模式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301DE-ABB9-4BFB-9679-068077C5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人人、人机、AI 对 AI；人机可选执红或执黑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0CD6B-1060-4D34-878E-E0FBCD45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规则与交互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91E46-DCDB-4EF9-B70A-C1103A58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合法目标、推荐起终点、将军、胜负及本次运行统计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32BE1-32D8-4FB4-B775-DBAC8066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对局留存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343C6-41B0-4D16-B187-B206BC4A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JSON 保存与导入、逐步回放、撤销一步与人机撤销一轮</a:t>
            </a:r>
          </a:p>
        </p:txBody>
      </p:sp>
    </p:spTree>
    <p:extLst>
      <p:ext uri="{BB962C8B-B14F-4D97-AF65-F5344CB8AC3E}">
        <p14:creationId xmlns:p14="http://schemas.microsoft.com/office/powerpoint/2010/main" val="1861372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13367-D32B-4255-8D0C-B902FF1B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A4E5C-822A-437A-94E8-E0A4DD8E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模块架构与责任边界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51933-73E6-436A-9DF6-2C3E05DE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C3F26-3A25-409C-875F-29B73D54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F36A8-ACD7-4EEE-BC4D-CD4E8BEA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网页界面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5508F-8E0C-4A7D-B3E4-7EECE509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TypeScript + SVG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D5D02-C98F-406B-800F-11980A0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显示状态与接收操作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92C06-6114-4FEC-9160-AEA17B07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171F1-69B8-4A54-ADC1-7B7DC422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对局服务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477C6-C013-47E5-8F80-8683A0B4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Python · 8765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108C2-AFC2-4095-BF16-FDD49448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校验命令并维护权威局面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1C00B-EA7A-4957-AF24-12B95794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706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75B5F-AC61-4E37-8694-BDC2E3D4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独立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8E3C6-AFAC-4B64-B749-37EDDBE3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Python · 8766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ACACD-A0F6-424B-A188-4FDB5E8D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71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工作进程搜索并返回着法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A3137-3316-43EB-B0F7-E5AF1871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006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rPr>
              <a:t>WebSocket /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CE0BE-D9D1-435D-8759-BD994936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对局与 AI 复用同一规则引擎，前端不重复实现规则</a:t>
            </a:r>
          </a:p>
        </p:txBody>
      </p:sp>
    </p:spTree>
    <p:extLst>
      <p:ext uri="{BB962C8B-B14F-4D97-AF65-F5344CB8AC3E}">
        <p14:creationId xmlns:p14="http://schemas.microsoft.com/office/powerpoint/2010/main" val="6033892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E74FE-E3D8-42CB-A5EC-12064627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C4902-B01C-4502-B654-BEB9BE8A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合法走法与终局判定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8F2A2-0FD9-4A62-A379-3AE3CEF8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C7606-B70A-45B9-AAD7-3B455B54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两层检查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48C61-1E0B-46AE-A5BD-62ACE95B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先检查棋子几何与阻挡，再模拟落子检查己方将帅安全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AB208-6E9E-492F-B8D1-F58E6375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攻击检测独立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0752C-7632-4CAF-B759-E426DBE5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处理马腿、象眼、炮架、九宫、过河及将帅照面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3F4BC-4D8B-438C-97EC-AAF11F76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明确的课程版裁决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B6256-2F7E-42C1-B9A9-DFA4CFB3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将死与困毙判负；三次重复或 120 半回合无吃子判和</a:t>
            </a:r>
          </a:p>
        </p:txBody>
      </p:sp>
    </p:spTree>
    <p:extLst>
      <p:ext uri="{BB962C8B-B14F-4D97-AF65-F5344CB8AC3E}">
        <p14:creationId xmlns:p14="http://schemas.microsoft.com/office/powerpoint/2010/main" val="2049767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3BCCD-96E0-4014-8035-A83D4A1B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90F5D-6F6F-4357-B817-45804580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AI 搜索与静态评估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12302-8E10-4AB2-BC88-13196EB6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ADAE0-5473-4EAC-823C-1C4F0565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静态搜索与完整应将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3653F-70D1-47BC-8299-C14815ED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叶节点延伸吃子，被将军时完整应将，缓解交换漏算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9761C-AB8B-459D-B58F-E3F96F78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Negamax、Alpha-Beta 与 PVS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D8897-EE87-440B-A42E-F42D72ED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迭代加深，结合最佳步、吃子、杀手与历史排序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543F2-6222-4F22-B67C-423EE11B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历史安全缓存与静态评估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BCB6D-7B19-40F1-BEFB-00FFA37B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缓存区分和棋历史，位置分预计算保持原评分</a:t>
            </a:r>
          </a:p>
        </p:txBody>
      </p:sp>
    </p:spTree>
    <p:extLst>
      <p:ext uri="{BB962C8B-B14F-4D97-AF65-F5344CB8AC3E}">
        <p14:creationId xmlns:p14="http://schemas.microsoft.com/office/powerpoint/2010/main" val="10414752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416FB-023C-4954-981C-A5F0E164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8F953-E13F-4D48-8C97-23E9530F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取消搜索与状态一致性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B4ED2-C4D1-492B-9EBD-7195DA07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52C59-B55B-4BE1-8D9D-4BE3C7A2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对局 ID 与版本号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B9C67-16DF-465F-8DEF-BE92AD3B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新局换 ID，悔棋版本仍递增；过期响应不能污染当前局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E5FE9-802D-4469-978C-C7B4B7A6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独立计算进程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DBFB3-9714-4C0D-A175-18A0CE2E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网络事件循环保持响应，暂停或切换局面会终止旧搜索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8DE0A-41BE-46DF-85F8-11218FFE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异常保留现场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869DF-9E07-4673-B27D-3333AAB3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超时、断连或非法 AI 着法暂停对局；错误不改成随机落子</a:t>
            </a:r>
          </a:p>
        </p:txBody>
      </p:sp>
    </p:spTree>
    <p:extLst>
      <p:ext uri="{BB962C8B-B14F-4D97-AF65-F5344CB8AC3E}">
        <p14:creationId xmlns:p14="http://schemas.microsoft.com/office/powerpoint/2010/main" val="1112391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D24D1-DA83-4B15-8E14-65A4D3BB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00B33-76B0-4087-A53E-B4831F04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棋谱、回放与悔棋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D0D38-BDE6-4C02-B462-FAD8A38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615EB-343A-4ED3-BDE3-E07E5A3A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棋谱从初始局面验证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F8515-C3D6-49F4-BE9A-1084B563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保存配置与着法，不信任外部快照；导入失败保留原局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ACE79-9FC3-462C-B5CA-74E1AF25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回放与实际局面分开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9B7CB-E006-4011-8624-140DF2C9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逐步查看不改变统计；从节点继续先确认截断未来步骤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57AF7-8AE8-4157-A7AD-9F4A496E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完整状态一起恢复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9EEB7-9F0A-4B08-979C-E3276660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棋盘、行棋方、吃子计数、重复历史和终局统计同步恢复</a:t>
            </a:r>
          </a:p>
        </p:txBody>
      </p:sp>
    </p:spTree>
    <p:extLst>
      <p:ext uri="{BB962C8B-B14F-4D97-AF65-F5344CB8AC3E}">
        <p14:creationId xmlns:p14="http://schemas.microsoft.com/office/powerpoint/2010/main" val="11045878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F8BAE-2138-4D74-872C-6180B8E3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B0909-4DC2-4793-AA21-68750D36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同预算新旧算法对照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4E95E-2B07-469A-805D-97E74E1A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FD543-5179-4CF9-9304-35C40C83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40 局新版对旧版，双方均 8 层上限 / 1.5 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D2996-6085-4405-B691-3D2E749F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A6A89-56DB-4E5B-851B-11A153FC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59A90-4314-4899-A3B0-97AD7FFA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00700-6238-4DAA-B5DC-2F44E871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9A805-8775-4181-91C0-E7A49637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8FED0-56E2-4A83-BD2D-A27EABAF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148CB-2C2E-47F8-B5B9-A43D039F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rPr>
              <a:t>得分率 98.8%   双方各执红 20 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3759D-C15A-4777-A61C-8A641AA1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37 项测试通过；新版标准对基础得分率 92.5%</a:t>
            </a:r>
          </a:p>
        </p:txBody>
      </p:sp>
    </p:spTree>
    <p:extLst>
      <p:ext uri="{BB962C8B-B14F-4D97-AF65-F5344CB8AC3E}">
        <p14:creationId xmlns:p14="http://schemas.microsoft.com/office/powerpoint/2010/main" val="1252924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FDA50-DF07-4F0E-9B83-39515864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105C6-7C0D-444E-B7C9-38EEDA86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演示流程与分工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8010D-AC0F-45BE-A58F-2667EBE9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E7AC0-DD66-4FB1-803C-E1DBCF58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演示顺序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C8789-A88D-4526-8513-383769BA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人人选子落子 → 人机推荐与悔棋 → AI 对战暂停 → 棋谱回放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69CE5-280F-476E-8C40-EAE95FF8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组长责任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64ACF-E6BF-472D-B887-CF149660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架构、象棋规则、AI、通信和系统集成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FD1E7-4C8D-44F6-B846-9C7932D7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组员责任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8ED71-595B-4702-87F5-8C50FDB1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界面交互、记录操作、测试验证与操作说明</a:t>
            </a:r>
          </a:p>
        </p:txBody>
      </p:sp>
    </p:spTree>
    <p:extLst>
      <p:ext uri="{BB962C8B-B14F-4D97-AF65-F5344CB8AC3E}">
        <p14:creationId xmlns:p14="http://schemas.microsoft.com/office/powerpoint/2010/main" val="10640431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88406-081F-4AB0-BAE5-71EEAF20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4EF59-538E-42B5-8C35-DF5A87EA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已知边界与现场验收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249A3-F109-4C85-9546-9F1CD1DB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59441-B68E-4EAF-9A7F-7695775C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棋力结果有范围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31C9A-A359-45CB-B7F5-5642BDA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同预算对照说明算法改进，实战等级仍需人类对弈验证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09F39-56C8-4202-8284-9E6FE061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规则与数据边界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151DD-EBEC-4103-8582-A114D968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未实现完整竞赛长将长捉；服务重启不保留内存对局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FCD62-CD11-4915-9119-9AFF6676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现场需完成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B9C4C-5F4D-4EB8-9151-72ACD2E8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与教师实战；个人贡献核实；按教师最终模板提交报告</a:t>
            </a:r>
          </a:p>
        </p:txBody>
      </p:sp>
    </p:spTree>
    <p:extLst>
      <p:ext uri="{BB962C8B-B14F-4D97-AF65-F5344CB8AC3E}">
        <p14:creationId xmlns:p14="http://schemas.microsoft.com/office/powerpoint/2010/main" val="1138360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2026-10-12T09:47:40.6310000Z</dcterms:created>
  <dcterms:modified xsi:type="dcterms:W3CDTF">2026-10-12T09:47:40.6310000Z</dcterms:modified>
</coreProperties>
</file>