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4a96d6504b4930" /><Relationship Type="http://schemas.openxmlformats.org/officeDocument/2006/relationships/extended-properties" Target="/docProps/app.xml" Id="R5743c755bfd54af1" /><Relationship Type="http://schemas.openxmlformats.org/officeDocument/2006/relationships/officeDocument" Target="/ppt/presentation.xml" Id="R7da8929767794c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84685c71634fcb"/>
  </p:sldMasterIdLst>
  <p:notesMasterIdLst>
    <p:notesMasterId xmlns:r="http://schemas.openxmlformats.org/officeDocument/2006/relationships" r:id="R6a9d7c955f8c4df0"/>
  </p:notesMasterIdLst>
  <p:sldIdLst>
    <p:sldId xmlns:r="http://schemas.openxmlformats.org/officeDocument/2006/relationships" id="256" r:id="R10e3f0c385e54811"/>
    <p:sldId xmlns:r="http://schemas.openxmlformats.org/officeDocument/2006/relationships" id="257" r:id="R61b2038ce81b4353"/>
    <p:sldId xmlns:r="http://schemas.openxmlformats.org/officeDocument/2006/relationships" id="258" r:id="Rfa774097797746e1"/>
    <p:sldId xmlns:r="http://schemas.openxmlformats.org/officeDocument/2006/relationships" id="259" r:id="R8f127ed4bc1d4639"/>
    <p:sldId xmlns:r="http://schemas.openxmlformats.org/officeDocument/2006/relationships" id="260" r:id="R164ba8d987c14d36"/>
    <p:sldId xmlns:r="http://schemas.openxmlformats.org/officeDocument/2006/relationships" id="261" r:id="Rd273b8bbc87e44ee"/>
    <p:sldId xmlns:r="http://schemas.openxmlformats.org/officeDocument/2006/relationships" id="262" r:id="R5727964134e344b9"/>
    <p:sldId xmlns:r="http://schemas.openxmlformats.org/officeDocument/2006/relationships" id="263" r:id="R7949e8e5b51246f7"/>
    <p:sldId xmlns:r="http://schemas.openxmlformats.org/officeDocument/2006/relationships" id="264" r:id="R078f49833b84457c"/>
    <p:sldId xmlns:r="http://schemas.openxmlformats.org/officeDocument/2006/relationships" id="265" r:id="Rc37e30aa5bb444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cea907712a4989" /><Relationship Type="http://schemas.openxmlformats.org/officeDocument/2006/relationships/slideMaster" Target="/ppt/slideMasters/slideMaster1.xml" Id="Rd084685c71634fcb" /><Relationship Type="http://schemas.openxmlformats.org/officeDocument/2006/relationships/notesMaster" Target="/ppt/notesMasters/notesMaster1.xml" Id="R6a9d7c955f8c4df0" /><Relationship Type="http://schemas.openxmlformats.org/officeDocument/2006/relationships/presProps" Target="/ppt/presProps.xml" Id="R834adc6a611041bf" /><Relationship Type="http://schemas.openxmlformats.org/officeDocument/2006/relationships/tableStyles" Target="/ppt/tableStyles.xml" Id="Rfdf82ed8a66241aa" /><Relationship Type="http://schemas.openxmlformats.org/officeDocument/2006/relationships/slide" Target="/ppt/slides/slide1.xml" Id="R10e3f0c385e54811" /><Relationship Type="http://schemas.openxmlformats.org/officeDocument/2006/relationships/slide" Target="/ppt/slides/slide2.xml" Id="R61b2038ce81b4353" /><Relationship Type="http://schemas.openxmlformats.org/officeDocument/2006/relationships/slide" Target="/ppt/slides/slide3.xml" Id="Rfa774097797746e1" /><Relationship Type="http://schemas.openxmlformats.org/officeDocument/2006/relationships/slide" Target="/ppt/slides/slide4.xml" Id="R8f127ed4bc1d4639" /><Relationship Type="http://schemas.openxmlformats.org/officeDocument/2006/relationships/slide" Target="/ppt/slides/slide5.xml" Id="R164ba8d987c14d36" /><Relationship Type="http://schemas.openxmlformats.org/officeDocument/2006/relationships/slide" Target="/ppt/slides/slide6.xml" Id="Rd273b8bbc87e44ee" /><Relationship Type="http://schemas.openxmlformats.org/officeDocument/2006/relationships/slide" Target="/ppt/slides/slide7.xml" Id="R5727964134e344b9" /><Relationship Type="http://schemas.openxmlformats.org/officeDocument/2006/relationships/slide" Target="/ppt/slides/slide8.xml" Id="R7949e8e5b51246f7" /><Relationship Type="http://schemas.openxmlformats.org/officeDocument/2006/relationships/slide" Target="/ppt/slides/slide9.xml" Id="R078f49833b84457c" /><Relationship Type="http://schemas.openxmlformats.org/officeDocument/2006/relationships/slide" Target="/ppt/slides/slide10.xml" Id="Rc37e30aa5bb444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cb2ac84926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f505253e0c475f" /><Relationship Type="http://schemas.openxmlformats.org/officeDocument/2006/relationships/notesMaster" Target="/ppt/notesMasters/notesMaster1.xml" Id="R5a09c7d3e9e6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18cbf26e24297" /><Relationship Type="http://schemas.openxmlformats.org/officeDocument/2006/relationships/notesMaster" Target="/ppt/notesMasters/notesMaster1.xml" Id="R182363c8a3aa4d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f2eae21bb648c4" /><Relationship Type="http://schemas.openxmlformats.org/officeDocument/2006/relationships/notesMaster" Target="/ppt/notesMasters/notesMaster1.xml" Id="R8c198bbe2497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f7e57be924dcd" /><Relationship Type="http://schemas.openxmlformats.org/officeDocument/2006/relationships/notesMaster" Target="/ppt/notesMasters/notesMaster1.xml" Id="R66bb8997144445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ac188d9154365" /><Relationship Type="http://schemas.openxmlformats.org/officeDocument/2006/relationships/notesMaster" Target="/ppt/notesMasters/notesMaster1.xml" Id="Rc197f0643eb143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5ae43aed6a4595" /><Relationship Type="http://schemas.openxmlformats.org/officeDocument/2006/relationships/notesMaster" Target="/ppt/notesMasters/notesMaster1.xml" Id="R1742d5e8fd6c43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03a39200f94a16" /><Relationship Type="http://schemas.openxmlformats.org/officeDocument/2006/relationships/notesMaster" Target="/ppt/notesMasters/notesMaster1.xml" Id="R759189052b6b4a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19fddebd344ffa" /><Relationship Type="http://schemas.openxmlformats.org/officeDocument/2006/relationships/notesMaster" Target="/ppt/notesMasters/notesMaster1.xml" Id="R23af9d28b35947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9f4fbbf7454369" /><Relationship Type="http://schemas.openxmlformats.org/officeDocument/2006/relationships/notesMaster" Target="/ppt/notesMasters/notesMaster1.xml" Id="Ra198ab4762a74c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fb23554934443a" /><Relationship Type="http://schemas.openxmlformats.org/officeDocument/2006/relationships/notesMaster" Target="/ppt/notesMasters/notesMaster1.xml" Id="R411c68f320b043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课程依据：2-题目.pdf 第1—3页；SPEC.md。个人姓名、学号及实际贡献需在正式提交前本人确认。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来源：2-题目.pdf 课题二；SPEC.md C01—C09。战胜教师仅通过现场实战确认。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来源：docs/design.md；engine/rules.py、backend/server.py、ai/server.py。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来源：engine/rules.py；tests/test_rules.py；SPEC.md 第4节。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来源：ai/search.py、engine/evaluation.py、backend/pikafish.py；https://github.com/official-pikafish/Pikafish/releases/tag/Pikafish-2026-09-06 。Pikafish 及预训练 NNUE 权重来自第三方，来源与分别适用的许可见 third_party/pikafish/PROVENANCE.md。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来源：backend/server.py、ai/server.py、tests/test_integration.py。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来源：backend/game.py；tests/test_game.py；SPEC.md 第5、8节。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来源：docs/第二轮棋力升级.md；docs/experiments/upgrade-v4-final-vs-v3/summary.json 与 metadata.json、40份棋谱。双方均 8/1500，20 个起始前缀配对换色。结果不能换算成人类等级。 测试数量更新依据：docs/acceptance.md，2026-10-15 全量 56 项通过。本次为材料调整，没有重新测试程序。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第9节（2026-10-22 分工调整）、docs/分工说明.md、两份个人报告。组长负责界面交互、对局管理与系统测试，组员负责总体设计、象棋规则与 AI 核心。组长主讲功能和系统测试，组员主讲架构、规则与算法。责任分工不等于个人独立编写，实际过程由本人核实。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来源：SPEC.md A08/A13/A14；docs/acceptance.md。不得把待实战写为已战胜。 原生完整对局与独立重放：docs/experiments/pikafish-vs-self-v4-final/verification.json。初始化开销单独记录，4 局不是人类等级测量。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5266f0bb3146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885819fde44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8f0cb183f5488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4f32ce6834f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ab976d97c4b5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a57a18f45496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A7FEE3-4543-47F4-A75B-AD154684CA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ADB101D-1B32-4032-8055-1E08662D91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430C4B6-7F14-4354-9362-77A25BD5C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11CB2D-8CF7-4E4D-8758-F5A3243759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1F1B276-4B25-4B6E-803B-EA1EEE451D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95E849A-63AA-4F32-8AD2-2D90920A93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BCEB874-3CED-49A6-9E37-BDB95F6592B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C241D95-99DB-430B-9C13-58137A047A4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79E4A-E3C4-47BE-8845-1F404EE31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0CF4337-2C5A-4DEE-845E-82EC0071FD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310185b8cb4bc7" /><Relationship Type="http://schemas.openxmlformats.org/officeDocument/2006/relationships/slideLayout" Target="/ppt/slideLayouts/slideLayout1.xml" Id="R673e7143d2e24c35" /><Relationship Type="http://schemas.openxmlformats.org/officeDocument/2006/relationships/slideLayout" Target="/ppt/slideLayouts/slideLayout2.xml" Id="Rd8abd23ef4c14ed8" /><Relationship Type="http://schemas.openxmlformats.org/officeDocument/2006/relationships/slideLayout" Target="/ppt/slideLayouts/slideLayout3.xml" Id="R4a0d6014f99e49e3" /><Relationship Type="http://schemas.openxmlformats.org/officeDocument/2006/relationships/slideLayout" Target="/ppt/slideLayouts/slideLayout4.xml" Id="Re96a9100cf4f4f03" /><Relationship Type="http://schemas.openxmlformats.org/officeDocument/2006/relationships/slideLayout" Target="/ppt/slideLayouts/slideLayout5.xml" Id="R83b972887b004559" /><Relationship Type="http://schemas.openxmlformats.org/officeDocument/2006/relationships/slideLayout" Target="/ppt/slideLayouts/slideLayout6.xml" Id="R4868fc721b8749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3e7143d2e24c35"/>
    <p:sldLayoutId xmlns:r="http://schemas.openxmlformats.org/officeDocument/2006/relationships" id="2147483650" r:id="Rd8abd23ef4c14ed8"/>
    <p:sldLayoutId xmlns:r="http://schemas.openxmlformats.org/officeDocument/2006/relationships" id="2147483651" r:id="R4a0d6014f99e49e3"/>
    <p:sldLayoutId xmlns:r="http://schemas.openxmlformats.org/officeDocument/2006/relationships" id="2147483652" r:id="Re96a9100cf4f4f03"/>
    <p:sldLayoutId xmlns:r="http://schemas.openxmlformats.org/officeDocument/2006/relationships" id="2147483653" r:id="R83b972887b004559"/>
    <p:sldLayoutId xmlns:r="http://schemas.openxmlformats.org/officeDocument/2006/relationships" id="2147483654" r:id="R4868fc721b8749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fedbba1ef4e3e" /><Relationship Type="http://schemas.openxmlformats.org/officeDocument/2006/relationships/notesSlide" Target="/ppt/notesSlides/notesSlide1.xml" Id="R35aeb867d58e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a3c0e84fd9432d" /><Relationship Type="http://schemas.openxmlformats.org/officeDocument/2006/relationships/notesSlide" Target="/ppt/notesSlides/notesSlide2.xml" Id="R20723533e5ea4b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e883bed5684ac1" /><Relationship Type="http://schemas.openxmlformats.org/officeDocument/2006/relationships/notesSlide" Target="/ppt/notesSlides/notesSlide3.xml" Id="R612ebfee39ab47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90c2060b0d4f66" /><Relationship Type="http://schemas.openxmlformats.org/officeDocument/2006/relationships/notesSlide" Target="/ppt/notesSlides/notesSlide4.xml" Id="R7ea1f9cb27e24f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49e5ef01d24f85" /><Relationship Type="http://schemas.openxmlformats.org/officeDocument/2006/relationships/notesSlide" Target="/ppt/notesSlides/notesSlide5.xml" Id="Rc2232bbfc4344b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9aab4b39744f6" /><Relationship Type="http://schemas.openxmlformats.org/officeDocument/2006/relationships/notesSlide" Target="/ppt/notesSlides/notesSlide6.xml" Id="Rfe361f3c168d4d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8cdcbc03845b7" /><Relationship Type="http://schemas.openxmlformats.org/officeDocument/2006/relationships/notesSlide" Target="/ppt/notesSlides/notesSlide7.xml" Id="R77215b21251a44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6f675aeb4c4375" /><Relationship Type="http://schemas.openxmlformats.org/officeDocument/2006/relationships/notesSlide" Target="/ppt/notesSlides/notesSlide8.xml" Id="Rc1ad915dd5fb4f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0bb7ba481841d4" /><Relationship Type="http://schemas.openxmlformats.org/officeDocument/2006/relationships/notesSlide" Target="/ppt/notesSlides/notesSlide9.xml" Id="R0a96a3563c90425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24f8014fe8434e" /><Relationship Type="http://schemas.openxmlformats.org/officeDocument/2006/relationships/notesSlide" Target="/ppt/notesSlides/notesSlide10.xml" Id="R151a890c3fe04e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93CD4-7202-4F63-BA9A-4A1964EA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6D079-CC7A-4E81-BA50-A9D5E551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中国象棋游戏及其 AI 算法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A101C-EFD4-4248-A8E5-75CC428E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17551-876F-4929-8A58-A91F43B1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弈境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10F12-C055-4115-9896-58B41ED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网页交互 · 权威规则 · 独立搜索服务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2FBC-20E6-49C2-A214-427C738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专业课程设计 II   B230405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75A29-C2A8-4F57-B1D7-93196E58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双引擎 · 分工调整版   2026年10月22日</a:t>
            </a:r>
          </a:p>
        </p:txBody>
      </p:sp>
    </p:spTree>
    <p:extLst>
      <p:ext uri="{BB962C8B-B14F-4D97-AF65-F5344CB8AC3E}">
        <p14:creationId xmlns:p14="http://schemas.microsoft.com/office/powerpoint/2010/main" val="1243820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09497-21D3-463D-9DA4-CC5D999A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27859-B591-465B-9BC9-154A8944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课题目标与功能范围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E901A6-55F8-454E-9BB5-58AA5EF0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3607B-B1A0-46E1-B1E7-701CC5C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三种对战模式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8A6C-5495-45F6-A5E7-07D08BBE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人人、人机、AI 对 AI；人机可选执红或执黑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AB9D8-B79E-4A37-AFF2-D19AF1D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7F529A-00A1-4069-98EF-15DA8294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合法目标、推荐起终点、将军、胜负及本次运行统计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90BF2-CB33-4971-8278-F968477D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对局留存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CA456-316B-4C6A-BEF6-89CDAA09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JSON 保存与导入、逐步回放、撤销一步与人机撤销一轮</a:t>
            </a:r>
          </a:p>
        </p:txBody>
      </p:sp>
    </p:spTree>
    <p:extLst>
      <p:ext uri="{BB962C8B-B14F-4D97-AF65-F5344CB8AC3E}">
        <p14:creationId xmlns:p14="http://schemas.microsoft.com/office/powerpoint/2010/main" val="1344102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7DE1D-9993-435C-AF2C-712C5CA6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989F0-0136-44EA-9EB0-936B75BA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模块架构与责任边界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38303-501B-4973-93BD-F8F90BA2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A81C4-BBF4-46CC-BD87-F1FA9A30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EEA06-9EFA-4538-9CA2-AB1A8770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网页界面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8F83D-0CE0-45A9-9C75-B60A9BDD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TypeScript + SVG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DE528-724E-4F8B-8664-80A4BE29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显示状态与接收操作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EF876-FCAD-43BE-9C47-46EA8BC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E8A55-67F7-4F6A-854A-AE00E8B7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BE92C-93AD-423D-93AE-161EE40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02BC6-F036-404C-B9E6-14ABA076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校验命令并维护权威局面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6142-2A80-4193-97F4-8FF6640E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050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706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C70E2-34C0-4AAA-B398-3A258B36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独立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FCD46-EAD7-4B59-97DD-4E24AD94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52750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Python · 8766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A9750-8239-487F-9F0B-5FAE17D1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自研进程 / UCI 原生引擎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8BB6C-3D6E-492B-A16F-402D8A9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006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WebSocket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20A98-9538-4D08-BBE0-656049B7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对局与 AI 复用同一规则引擎，前端不重复实现规则</a:t>
            </a:r>
          </a:p>
        </p:txBody>
      </p:sp>
    </p:spTree>
    <p:extLst>
      <p:ext uri="{BB962C8B-B14F-4D97-AF65-F5344CB8AC3E}">
        <p14:creationId xmlns:p14="http://schemas.microsoft.com/office/powerpoint/2010/main" val="1601251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D3AA6-53EE-42DD-9FF7-D9AA6728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350CC-2D66-4193-8BEF-9EB1FBE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合法走法与终局判定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D9A27-8889-4E4D-8513-2F46EC7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EDD1C-61AF-4601-96C1-E1C1684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两层检查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F32F7-7A07-4C94-8082-E7033591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先检查棋子几何与阻挡，再模拟落子检查己方将帅安全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AD38EB-4D24-4D0D-A7B6-0A50A120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攻击检测独立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EF340B-F8F8-4BB1-89A6-97A39152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处理马腿、象眼、炮架、九宫、过河及将帅照面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17951-1401-42C5-938E-B296E7E4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明确的课程版裁决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765EC9-7C13-4BFE-B284-303964AB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将死与困毙判负；三次重复或 120 半回合无吃子判和</a:t>
            </a:r>
          </a:p>
        </p:txBody>
      </p:sp>
    </p:spTree>
    <p:extLst>
      <p:ext uri="{BB962C8B-B14F-4D97-AF65-F5344CB8AC3E}">
        <p14:creationId xmlns:p14="http://schemas.microsoft.com/office/powerpoint/2010/main" val="1024338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F774C-5A36-40C6-9498-B52FF39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A925A-60B9-4883-B229-5532D37E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自研算法与第三方引擎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A3DC3-4306-416F-A76A-AA4F6B85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A94A5-CA9A-4F43-AAC7-D39479D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自研搜索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3416E-04FD-4056-8992-81A53299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PVS、迭代窗口、静态搜索、完整应将及历史安全缓存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66767-D153-4615-A64D-AAF53291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自研评估与规则加速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5FA41-2FBC-4039-80F1-5BFC5327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机动性、阶段马炮价值与王区压力；预计算棋盘几何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19034-2384-4CFD-B080-07FD5291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皮卡鱼 · 第三方引擎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8D47B-BD51-4CC8-9500-7BCA6FE7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Pikafish 2026-09-06，UCI 适配；不冒充自研或自训</a:t>
            </a:r>
          </a:p>
        </p:txBody>
      </p:sp>
    </p:spTree>
    <p:extLst>
      <p:ext uri="{BB962C8B-B14F-4D97-AF65-F5344CB8AC3E}">
        <p14:creationId xmlns:p14="http://schemas.microsoft.com/office/powerpoint/2010/main" val="14241017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F9B80-539D-40B7-8999-2EA63B2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B7A9E-F770-434B-BE4E-D8ABA95C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取消搜索与状态一致性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48267-C9A8-4024-8A73-195BDB29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1865D-2822-4FD9-89DD-14FBC6D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对局 ID 与版本号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4FFA4-12AE-4EA8-99F5-0B8533C3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新局换 ID，悔棋版本仍递增；过期响应不能污染当前局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6348B-DBC8-41FA-B801-40D5C23D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独立计算进程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355C5-44BD-492C-950D-3B62F8FA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网络事件循环保持响应，暂停或切换局面会终止旧搜索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BBE14-85FB-415F-BCD1-734BC804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异常保留现场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9A7C8-86A0-4A3D-8334-A458A9EF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超时、断连或非法 AI 着法暂停对局；错误不改成随机落子</a:t>
            </a:r>
          </a:p>
        </p:txBody>
      </p:sp>
    </p:spTree>
    <p:extLst>
      <p:ext uri="{BB962C8B-B14F-4D97-AF65-F5344CB8AC3E}">
        <p14:creationId xmlns:p14="http://schemas.microsoft.com/office/powerpoint/2010/main" val="1889987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A12C6F-C2DC-4EDE-BA3D-41125EBB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A1B94-B738-4788-A886-96166A57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棋谱、回放与悔棋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59C4-21EB-4159-80A0-1D73DAB5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32EA4-8E6A-4E61-8606-14ABDFCF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棋谱与引擎身份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8A9B2-8612-4C52-AB95-2027F3F4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自研 v1、含皮卡鱼 v2；均从初始局面合法重放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29354-18ED-4004-9EE2-F9A7A510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回放与实际局面分开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FAB98-489C-49BC-86C4-5707767F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逐步查看不改变统计；从节点继续先确认截断未来步骤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EF04A-6135-4F2E-819D-FD53335C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完整状态一起恢复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0FB06-3303-4623-99B5-378D1BCE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棋盘、行棋方、吃子计数、重复历史和终局统计同步恢复</a:t>
            </a:r>
          </a:p>
        </p:txBody>
      </p:sp>
    </p:spTree>
    <p:extLst>
      <p:ext uri="{BB962C8B-B14F-4D97-AF65-F5344CB8AC3E}">
        <p14:creationId xmlns:p14="http://schemas.microsoft.com/office/powerpoint/2010/main" val="15489704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E3405C-CFDE-484F-83C9-D8049E11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8B69D-8A95-4ADE-8B1C-BD5522A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同预算新旧算法对照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90A795-0E0B-4DC7-80D5-A5AB884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99E59-E862-4335-9259-7C52631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40 局自研 v4 对 v3，双方均 8 层上限 / 1.5 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03C6C-EEA7-4799-B8FD-A038CFF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8D305-4443-4CB5-9262-2F284BEE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3B237-15F1-433D-A4FB-B176BBAF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CD7FB4-15D4-499A-8585-3F960F19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E48E2-666D-4037-A9C6-80FDE9DD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1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3ECAA-EBBE-4BAD-8877-209B5D99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623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E6F010-EA97-498A-BCD6-6DA2E502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37060"/>
                </a:solidFill>
                <a:latin typeface="Microsoft YaHei"/>
                <a:ea typeface="Microsoft YaHei"/>
                <a:cs typeface="Microsoft YaHei"/>
              </a:rPr>
              <a:t>得分率 61.3%   双方各执红 20 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AC71B-A53A-446C-A7D8-0A46941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56 项测试通过（10月15日）；标准对基础得分率 92.5%</a:t>
            </a:r>
          </a:p>
        </p:txBody>
      </p:sp>
    </p:spTree>
    <p:extLst>
      <p:ext uri="{BB962C8B-B14F-4D97-AF65-F5344CB8AC3E}">
        <p14:creationId xmlns:p14="http://schemas.microsoft.com/office/powerpoint/2010/main" val="7461322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30F7C-A0C0-4835-ABFB-4F7890B3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1E3A8-5849-4FEA-8405-BECFB702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演示流程与当前分工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3E30E-3188-4003-981C-19B5E116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52F46-6AE7-4E29-88DE-F3A21074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演示顺序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9C145-7562-471C-927C-E50CE95F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将军提示 → 两种引擎对弈 → 思考中暂停 → 棋谱回放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E9935-551D-4BE3-8B31-EC7EF379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组长责任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D2CB1-043A-4FBC-B371-5A7D1F48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界面交互、对局管理与系统测试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E5A1F-F011-41E9-BE11-FD206E9F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组员责任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BF2F4-AC6E-44F7-A042-747DFE55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总体设计、象棋规则与 AI 核心</a:t>
            </a:r>
          </a:p>
        </p:txBody>
      </p:sp>
    </p:spTree>
    <p:extLst>
      <p:ext uri="{BB962C8B-B14F-4D97-AF65-F5344CB8AC3E}">
        <p14:creationId xmlns:p14="http://schemas.microsoft.com/office/powerpoint/2010/main" val="12294956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B4014-BFBF-4768-B6E8-D2511B470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E3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AB2B3-6E90-4CCC-A738-CE82033B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已知边界与现场验收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26B4-9D6E-4B04-8B7D-E85CE17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9726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8AF22-D9B9-42B4-8150-812E9B4B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原生引擎对照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30E70-2F18-4754-B32C-8E77C499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皮卡鱼 0.5 秒对自研 1.5 秒，换色 4 局全胜；不等于胜教师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0D12E7-2449-4033-90CC-8AA05B24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规则与数据边界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B4188-47CA-4F57-82C1-2AC986C0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147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未实现完整竞赛长将长捉；服务重启不保留内存对局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75E52-E7EA-4846-90F6-CFE2A3DF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83E35"/>
                </a:solidFill>
                <a:latin typeface="Microsoft YaHei"/>
                <a:ea typeface="Microsoft YaHei"/>
                <a:cs typeface="Microsoft YaHei"/>
              </a:rPr>
              <a:t>现场需完成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E9D84-2E2F-4E3A-8530-8366A76F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82C28"/>
                </a:solidFill>
                <a:latin typeface="Microsoft YaHei"/>
                <a:ea typeface="Microsoft YaHei"/>
                <a:cs typeface="Microsoft YaHei"/>
              </a:rPr>
              <a:t>确认第三方模式认可；教师实战；个人贡献及报告核实</a:t>
            </a:r>
          </a:p>
        </p:txBody>
      </p:sp>
    </p:spTree>
    <p:extLst>
      <p:ext uri="{BB962C8B-B14F-4D97-AF65-F5344CB8AC3E}">
        <p14:creationId xmlns:p14="http://schemas.microsoft.com/office/powerpoint/2010/main" val="21044956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2026-10-22T02:47:17.7660000Z</dcterms:created>
  <dcterms:modified xsi:type="dcterms:W3CDTF">2026-10-22T02:47:17.7660000Z</dcterms:modified>
</coreProperties>
</file>