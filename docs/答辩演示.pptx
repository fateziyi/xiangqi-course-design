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6d6ec3665b43ef" /><Relationship Type="http://schemas.openxmlformats.org/officeDocument/2006/relationships/extended-properties" Target="/docProps/app.xml" Id="Rd08a25c52fb64e16" /><Relationship Type="http://schemas.openxmlformats.org/officeDocument/2006/relationships/officeDocument" Target="/ppt/presentation.xml" Id="R8a7b0eecd8f744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d7d2c5c6d84410"/>
  </p:sldMasterIdLst>
  <p:notesMasterIdLst>
    <p:notesMasterId xmlns:r="http://schemas.openxmlformats.org/officeDocument/2006/relationships" r:id="Rc7f7d73a433243cc"/>
  </p:notesMasterIdLst>
  <p:sldIdLst>
    <p:sldId xmlns:r="http://schemas.openxmlformats.org/officeDocument/2006/relationships" id="256" r:id="R581c84106ac94fea"/>
    <p:sldId xmlns:r="http://schemas.openxmlformats.org/officeDocument/2006/relationships" id="257" r:id="R840dbf6c6c434200"/>
    <p:sldId xmlns:r="http://schemas.openxmlformats.org/officeDocument/2006/relationships" id="258" r:id="R54ccb1cf6d944650"/>
    <p:sldId xmlns:r="http://schemas.openxmlformats.org/officeDocument/2006/relationships" id="259" r:id="Rf1c1301445dd4947"/>
    <p:sldId xmlns:r="http://schemas.openxmlformats.org/officeDocument/2006/relationships" id="260" r:id="R7889deca4a4d4913"/>
    <p:sldId xmlns:r="http://schemas.openxmlformats.org/officeDocument/2006/relationships" id="261" r:id="R3ce160c4d0734fbe"/>
    <p:sldId xmlns:r="http://schemas.openxmlformats.org/officeDocument/2006/relationships" id="262" r:id="R6432d83c8cb744f5"/>
    <p:sldId xmlns:r="http://schemas.openxmlformats.org/officeDocument/2006/relationships" id="263" r:id="R61def3072c9b4bd3"/>
    <p:sldId xmlns:r="http://schemas.openxmlformats.org/officeDocument/2006/relationships" id="264" r:id="Rc93a7bcfd4104ef5"/>
    <p:sldId xmlns:r="http://schemas.openxmlformats.org/officeDocument/2006/relationships" id="265" r:id="R250b4e222ad643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9353d816754acf" /><Relationship Type="http://schemas.openxmlformats.org/officeDocument/2006/relationships/slideMaster" Target="/ppt/slideMasters/slideMaster1.xml" Id="R30d7d2c5c6d84410" /><Relationship Type="http://schemas.openxmlformats.org/officeDocument/2006/relationships/notesMaster" Target="/ppt/notesMasters/notesMaster1.xml" Id="Rc7f7d73a433243cc" /><Relationship Type="http://schemas.openxmlformats.org/officeDocument/2006/relationships/presProps" Target="/ppt/presProps.xml" Id="R80c9dd1b291d4b16" /><Relationship Type="http://schemas.openxmlformats.org/officeDocument/2006/relationships/tableStyles" Target="/ppt/tableStyles.xml" Id="Rcb9f1dbf756d42ff" /><Relationship Type="http://schemas.openxmlformats.org/officeDocument/2006/relationships/slide" Target="/ppt/slides/slide1.xml" Id="R581c84106ac94fea" /><Relationship Type="http://schemas.openxmlformats.org/officeDocument/2006/relationships/slide" Target="/ppt/slides/slide2.xml" Id="R840dbf6c6c434200" /><Relationship Type="http://schemas.openxmlformats.org/officeDocument/2006/relationships/slide" Target="/ppt/slides/slide3.xml" Id="R54ccb1cf6d944650" /><Relationship Type="http://schemas.openxmlformats.org/officeDocument/2006/relationships/slide" Target="/ppt/slides/slide4.xml" Id="Rf1c1301445dd4947" /><Relationship Type="http://schemas.openxmlformats.org/officeDocument/2006/relationships/slide" Target="/ppt/slides/slide5.xml" Id="R7889deca4a4d4913" /><Relationship Type="http://schemas.openxmlformats.org/officeDocument/2006/relationships/slide" Target="/ppt/slides/slide6.xml" Id="R3ce160c4d0734fbe" /><Relationship Type="http://schemas.openxmlformats.org/officeDocument/2006/relationships/slide" Target="/ppt/slides/slide7.xml" Id="R6432d83c8cb744f5" /><Relationship Type="http://schemas.openxmlformats.org/officeDocument/2006/relationships/slide" Target="/ppt/slides/slide8.xml" Id="R61def3072c9b4bd3" /><Relationship Type="http://schemas.openxmlformats.org/officeDocument/2006/relationships/slide" Target="/ppt/slides/slide9.xml" Id="Rc93a7bcfd4104ef5" /><Relationship Type="http://schemas.openxmlformats.org/officeDocument/2006/relationships/slide" Target="/ppt/slides/slide10.xml" Id="R250b4e222ad643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b179d6190a4b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b4922218844c29" /><Relationship Type="http://schemas.openxmlformats.org/officeDocument/2006/relationships/notesMaster" Target="/ppt/notesMasters/notesMaster1.xml" Id="R4c71d71ba2ca41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ceef06059c4b37" /><Relationship Type="http://schemas.openxmlformats.org/officeDocument/2006/relationships/notesMaster" Target="/ppt/notesMasters/notesMaster1.xml" Id="Rcc810b1303b540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de72d15019426d" /><Relationship Type="http://schemas.openxmlformats.org/officeDocument/2006/relationships/notesMaster" Target="/ppt/notesMasters/notesMaster1.xml" Id="Rb59996f190964f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c6b06d61594c81" /><Relationship Type="http://schemas.openxmlformats.org/officeDocument/2006/relationships/notesMaster" Target="/ppt/notesMasters/notesMaster1.xml" Id="R223eaedb1bab44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6e1071732d40a4" /><Relationship Type="http://schemas.openxmlformats.org/officeDocument/2006/relationships/notesMaster" Target="/ppt/notesMasters/notesMaster1.xml" Id="Rb2fe9ef2fcf34c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2bc172301540ea" /><Relationship Type="http://schemas.openxmlformats.org/officeDocument/2006/relationships/notesMaster" Target="/ppt/notesMasters/notesMaster1.xml" Id="R0968976d60b849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4ed6020fd84737" /><Relationship Type="http://schemas.openxmlformats.org/officeDocument/2006/relationships/notesMaster" Target="/ppt/notesMasters/notesMaster1.xml" Id="Rb19550ad043c42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507e7419ae4cbc" /><Relationship Type="http://schemas.openxmlformats.org/officeDocument/2006/relationships/notesMaster" Target="/ppt/notesMasters/notesMaster1.xml" Id="R9d33946f3a0a40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c6dcb144e04d57" /><Relationship Type="http://schemas.openxmlformats.org/officeDocument/2006/relationships/notesMaster" Target="/ppt/notesMasters/notesMaster1.xml" Id="R1a112cffef5443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0566a6f92a4e31" /><Relationship Type="http://schemas.openxmlformats.org/officeDocument/2006/relationships/notesMaster" Target="/ppt/notesMasters/notesMaster1.xml" Id="R93caf6262a044f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课程依据：2-题目.pdf 第1—3页；SPEC.md。个人姓名、学号及实际贡献需在正式提交前本人确认。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来源：2-题目.pdf 课题二；SPEC.md C01—C09。战胜教师仅通过现场实战确认。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来源：docs/design.md；engine/rules.py、backend/server.py、ai/server.py。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来源：engine/rules.py；tests/test_rules.py；SPEC.md 第4节。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来源：ai/search.py；engine/evaluation.py。没有使用现成象棋引擎、开局库或训练模型。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来源：backend/server.py、ai/server.py、tests/test_integration.py。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来源：backend/game.py；tests/test_game.py；SPEC.md 第5、8节。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来源：docs/acceptance.md；docs/experiments/baseline/summary.json；40份game文件；fixtures/mate_one.json。固定战术集合仅覆盖一种杀法及镜像，需组员复核。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来源：SPEC.md 第9节、docs/组长模块报告.md、docs/组员模块报告.md。责任分工不等于个人独立编写；实际贡献须本人核实。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来源：SPEC.md A08/A13/A14；docs/acceptance.md。不得把待实战写为已战胜。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546c98b2f049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2df1ef089046b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8c0a1fc45f497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0baf1dc7214c8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f97947496548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2114c09a734b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A93004-1A01-43C7-8755-64850E30AB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1981E3-9852-4C11-98B1-C81DC6B27B2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F29EB7A-D11B-406C-A575-BE4AF78148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C265C8-C1A2-4CEE-AAE7-A01B828708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1AC77AB-48A1-463C-8271-CB503272A3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564C333-FE20-49DE-9B6E-8BBAAC0D4D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DC8282-8A06-4023-B316-46AE0774F6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407C9A5-EAA9-4759-A27C-350C447C2A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DFBA9B-1438-46DB-9BEB-76A4BD5191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E3806CC-0E2F-407D-AB09-318FA196F4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bdb3fe1eb646aa" /><Relationship Type="http://schemas.openxmlformats.org/officeDocument/2006/relationships/slideLayout" Target="/ppt/slideLayouts/slideLayout1.xml" Id="R03911775eef448ee" /><Relationship Type="http://schemas.openxmlformats.org/officeDocument/2006/relationships/slideLayout" Target="/ppt/slideLayouts/slideLayout2.xml" Id="R1baad6a50fea4c15" /><Relationship Type="http://schemas.openxmlformats.org/officeDocument/2006/relationships/slideLayout" Target="/ppt/slideLayouts/slideLayout3.xml" Id="Rfc4f7557fcda4fd6" /><Relationship Type="http://schemas.openxmlformats.org/officeDocument/2006/relationships/slideLayout" Target="/ppt/slideLayouts/slideLayout4.xml" Id="Re42c794b293349eb" /><Relationship Type="http://schemas.openxmlformats.org/officeDocument/2006/relationships/slideLayout" Target="/ppt/slideLayouts/slideLayout5.xml" Id="R3a095563beef430f" /><Relationship Type="http://schemas.openxmlformats.org/officeDocument/2006/relationships/slideLayout" Target="/ppt/slideLayouts/slideLayout6.xml" Id="R7609fd5c355748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911775eef448ee"/>
    <p:sldLayoutId xmlns:r="http://schemas.openxmlformats.org/officeDocument/2006/relationships" id="2147483650" r:id="R1baad6a50fea4c15"/>
    <p:sldLayoutId xmlns:r="http://schemas.openxmlformats.org/officeDocument/2006/relationships" id="2147483651" r:id="Rfc4f7557fcda4fd6"/>
    <p:sldLayoutId xmlns:r="http://schemas.openxmlformats.org/officeDocument/2006/relationships" id="2147483652" r:id="Re42c794b293349eb"/>
    <p:sldLayoutId xmlns:r="http://schemas.openxmlformats.org/officeDocument/2006/relationships" id="2147483653" r:id="R3a095563beef430f"/>
    <p:sldLayoutId xmlns:r="http://schemas.openxmlformats.org/officeDocument/2006/relationships" id="2147483654" r:id="R7609fd5c355748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ece928496a4505" /><Relationship Type="http://schemas.openxmlformats.org/officeDocument/2006/relationships/notesSlide" Target="/ppt/notesSlides/notesSlide1.xml" Id="R512663e0bba643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a253a7eba24fe9" /><Relationship Type="http://schemas.openxmlformats.org/officeDocument/2006/relationships/notesSlide" Target="/ppt/notesSlides/notesSlide2.xml" Id="R85cd5d3d6d9f49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8b0daa5f13410e" /><Relationship Type="http://schemas.openxmlformats.org/officeDocument/2006/relationships/notesSlide" Target="/ppt/notesSlides/notesSlide3.xml" Id="R5d09bff3ef434c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ceb17c8c464074" /><Relationship Type="http://schemas.openxmlformats.org/officeDocument/2006/relationships/notesSlide" Target="/ppt/notesSlides/notesSlide4.xml" Id="R561fcc1d71f84a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fa70f37d3943c8" /><Relationship Type="http://schemas.openxmlformats.org/officeDocument/2006/relationships/notesSlide" Target="/ppt/notesSlides/notesSlide5.xml" Id="Rb7b5170ee3b842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c204bd21474052" /><Relationship Type="http://schemas.openxmlformats.org/officeDocument/2006/relationships/notesSlide" Target="/ppt/notesSlides/notesSlide6.xml" Id="R8a22b5e09d794c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2e7aa136dd4d75" /><Relationship Type="http://schemas.openxmlformats.org/officeDocument/2006/relationships/notesSlide" Target="/ppt/notesSlides/notesSlide7.xml" Id="Ra09c4b25dfca4f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e309600ba4434c" /><Relationship Type="http://schemas.openxmlformats.org/officeDocument/2006/relationships/notesSlide" Target="/ppt/notesSlides/notesSlide8.xml" Id="R053abdeb3bdc4c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9d4be7580049bf" /><Relationship Type="http://schemas.openxmlformats.org/officeDocument/2006/relationships/notesSlide" Target="/ppt/notesSlides/notesSlide9.xml" Id="R221b8cb879ce4a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b99a432587400c" /><Relationship Type="http://schemas.openxmlformats.org/officeDocument/2006/relationships/notesSlide" Target="/ppt/notesSlides/notesSlide10.xml" Id="R949952628d8b4c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B9FFF-EEDB-4AB4-8B64-0974AC58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9F199-AD0F-40A8-A093-4F5D93A3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中国象棋游戏及其 AI 算法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D119E-BD69-45EF-88A7-8DA024B4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06551-1E06-430E-835D-45D4CEB3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弈境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6A85D-C374-4911-8ECC-59972522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网页交互 · 权威规则 · 独立搜索服务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1F2DA-63FC-4BEA-BCC7-DBFC539C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专业课程设计 II   B230405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3FB00-17A7-48B3-B2F7-F8E92B29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软件与实验演示版   2026年10月12日</a:t>
            </a:r>
          </a:p>
        </p:txBody>
      </p:sp>
    </p:spTree>
    <p:extLst>
      <p:ext uri="{BB962C8B-B14F-4D97-AF65-F5344CB8AC3E}">
        <p14:creationId xmlns:p14="http://schemas.microsoft.com/office/powerpoint/2010/main" val="14039817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1BDA5-AA35-4D65-BDA1-3AA036A5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CDAA6-E35A-4532-AA28-8D4645CB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课题目标与功能范围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31D05-846A-4071-BB99-5081BBBD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99DB3-1E7D-4007-8D01-2584C9A3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三种对战模式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102D5-8828-4966-AADB-F40ABA75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人人、人机、AI 对 AI；人机可选执红或执黑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9E781-78BA-4E2C-881E-AF822BB5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规则与交互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EE3A7-E2D3-4D7B-A9E9-C0E4D76A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合法目标、推荐起终点、将军、胜负及本次运行统计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B3E05-6678-401A-8816-1B30ED2A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对局留存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65A62-1AB2-42C8-9C27-48527661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JSON 保存与导入、逐步回放、撤销一步与人机撤销一轮</a:t>
            </a:r>
          </a:p>
        </p:txBody>
      </p:sp>
    </p:spTree>
    <p:extLst>
      <p:ext uri="{BB962C8B-B14F-4D97-AF65-F5344CB8AC3E}">
        <p14:creationId xmlns:p14="http://schemas.microsoft.com/office/powerpoint/2010/main" val="10087208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6F4E41-8CC7-4E52-9818-225D2F77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1DE46-759E-486F-B3DE-C686C78D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模块架构与责任边界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1F08D-AE5B-4374-9063-752E92CC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AF706-97E0-40BD-B893-57B69144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A07CC-4DA6-4C3D-A125-152AC939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网页界面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BCEB8-3C41-4A74-83B5-934C8553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TypeScript + SVG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7A27D2-44F3-421A-AD8E-EC6F0B59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显示状态与接收操作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F058D-E891-4CDF-AAEE-47453CB6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0500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42768-430B-4E5F-970E-84A49323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90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对局服务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70979-B09E-467C-9973-C48CBD92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Python · 8765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94146-6EEE-4279-A15C-CED701A8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718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校验命令并维护权威局面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AE3AB-E0BE-4DF5-A890-1C8F24EF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0500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706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67FBD0-CCEB-4216-B36A-5D702C06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独立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8D544-BA14-4071-AAA4-D30797B9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527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Python · 8766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190A39-F0AB-40FE-A19A-B1D48304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718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工作进程搜索并返回着法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45132-177E-4A15-A07E-4C6D5235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0062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rPr>
              <a:t>WebSocket / 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633BD9-79F7-4EE2-AF9A-85395470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对局与 AI 复用同一规则引擎，前端不重复实现规则</a:t>
            </a:r>
          </a:p>
        </p:txBody>
      </p:sp>
    </p:spTree>
    <p:extLst>
      <p:ext uri="{BB962C8B-B14F-4D97-AF65-F5344CB8AC3E}">
        <p14:creationId xmlns:p14="http://schemas.microsoft.com/office/powerpoint/2010/main" val="18336358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7A12D-4241-43E6-9C8C-04FE8279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C4C18-404E-4390-85A4-56EF5309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合法走法与终局判定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B259A-F9F8-46C8-8D2B-BEEB2C6C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6FD87-FA89-4351-92C0-25621618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两层检查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C82BF-3D4A-47B2-8DA0-71D086C9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先检查棋子几何与阻挡，再模拟落子检查己方将帅安全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4BADA-99B5-4195-ACA8-86E0D433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攻击检测独立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3D2E6-DB69-47BE-B0F7-B735660C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处理马腿、象眼、炮架、九宫、过河及将帅照面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FCCCB-AB74-4ECC-A23F-FA1FB6F8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明确的课程版裁决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C497A-86F1-4A74-9880-6EEF5D10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将死与困毙判负；三次重复或 120 半回合无吃子判和</a:t>
            </a:r>
          </a:p>
        </p:txBody>
      </p:sp>
    </p:spTree>
    <p:extLst>
      <p:ext uri="{BB962C8B-B14F-4D97-AF65-F5344CB8AC3E}">
        <p14:creationId xmlns:p14="http://schemas.microsoft.com/office/powerpoint/2010/main" val="1940737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9A07C-5324-461E-81A2-E2005484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303F3-C3E1-4413-9B93-D8F5DF69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AI 搜索与静态评估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EBB96-546D-461F-930F-27D04579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DFB82-5905-4C55-A7AC-C82C0CF7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Negamax 与 Alpha-Beta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8AD30-9B71-41FD-B23D-280175B4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统一行棋方视角；吃子优先排序，跳过不能改善结果的分支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C3FB8-3CA7-4E8D-BBD1-18B48065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迭代加深与时间预算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1A77A-566D-4049-998A-D038485D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只保留完整迭代；超时返回已验证合法的最佳步或保底步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A17E1-A02B-4FC4-937E-3A5C086C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子力、位置与将帅安全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E9535-F29F-4D12-8C96-3B69C9DA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兵 = 100；红黑镜像评估；将死分含距离，优先尽快获胜</a:t>
            </a:r>
          </a:p>
        </p:txBody>
      </p:sp>
    </p:spTree>
    <p:extLst>
      <p:ext uri="{BB962C8B-B14F-4D97-AF65-F5344CB8AC3E}">
        <p14:creationId xmlns:p14="http://schemas.microsoft.com/office/powerpoint/2010/main" val="17823206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C4D67-FE61-4C62-90E0-654F00C3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87110-61F6-4BFE-8E67-D635B314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取消搜索与状态一致性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F647C-43CE-41CF-9EDE-1BA1CF30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ADB705-A50C-4B8E-9AD0-2EEEAA69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对局 ID 与版本号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F9972-9E80-4DB5-9FD7-6B3F359D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新局换 ID，悔棋版本仍递增；过期响应不能污染当前局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4F7B6-C30B-4BEE-BE19-F4CD5D68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独立计算进程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EE62D-AF5A-4DDA-9469-DF7BBAE4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网络事件循环保持响应，暂停或切换局面会终止旧搜索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E2A5B8-1658-4BAD-8507-274DE011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异常保留现场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9A192-1CDF-477D-8125-FDC9FDF5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超时、断连或非法 AI 着法暂停对局；错误不改成随机落子</a:t>
            </a:r>
          </a:p>
        </p:txBody>
      </p:sp>
    </p:spTree>
    <p:extLst>
      <p:ext uri="{BB962C8B-B14F-4D97-AF65-F5344CB8AC3E}">
        <p14:creationId xmlns:p14="http://schemas.microsoft.com/office/powerpoint/2010/main" val="11560306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EF76C-C851-46E0-85B8-093D99E1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60154-8BD5-4B5E-80A1-CB8A4127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棋谱、回放与悔棋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CF572-49C1-420E-9EC0-E1FBAD23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45607-256A-4648-AAFC-8B431C96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棋谱从初始局面验证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7B838-6133-40B4-BE78-758BD211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保存配置与着法，不信任外部快照；导入失败保留原局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0E12D-2CC8-45DD-87C0-14351628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回放与实际局面分开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54D12-CBA7-4FBC-BF8B-2EA12FDF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逐步查看不改变统计；从节点继续先确认截断未来步骤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B5E50-64F7-4585-B03D-4FA4D37F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完整状态一起恢复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53930-FDBA-40A0-8022-F25E6BED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棋盘、行棋方、吃子计数、重复历史和终局统计同步恢复</a:t>
            </a:r>
          </a:p>
        </p:txBody>
      </p:sp>
    </p:spTree>
    <p:extLst>
      <p:ext uri="{BB962C8B-B14F-4D97-AF65-F5344CB8AC3E}">
        <p14:creationId xmlns:p14="http://schemas.microsoft.com/office/powerpoint/2010/main" val="11471561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399347-2C85-42D5-B184-69EF8634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DDE59-BB78-4B22-BF3C-5CA1E419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功能验证与棋力实验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AF566-867F-49B3-B5F9-766D84F3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B64DF-E04C-4768-8466-54D47C82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40 局标准 AI 对基础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AFF56-7D11-4919-88DD-8DCAE108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1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E82C4-7EE9-4E09-8495-B953DAB9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62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86538-FF97-43EF-87BB-8E8D5612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7296B-AA3D-4B71-854B-67C2E20F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62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903C2-97B9-49DD-80A3-B5921821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45596-97EF-4C0A-AA7B-52D85ADE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62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1F0DA-C660-4449-B3DF-F77A7189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rPr>
              <a:t>得分率 92.5%   双方各执红 20 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A4693-CCC6-41DE-BA12-E6010FAB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10 个一步将死样例通过；真实 WebSocket 连续完成 100 半回合</a:t>
            </a:r>
          </a:p>
        </p:txBody>
      </p:sp>
    </p:spTree>
    <p:extLst>
      <p:ext uri="{BB962C8B-B14F-4D97-AF65-F5344CB8AC3E}">
        <p14:creationId xmlns:p14="http://schemas.microsoft.com/office/powerpoint/2010/main" val="11646229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05656-A456-4F86-8988-94AC51D4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25FFF-0910-4E2B-BA66-A4151D23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演示流程与分工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B1331-5CA4-407D-9EF4-D892C703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EDBA0-E5DD-4F5E-867F-B35C3478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演示顺序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2C317-1CE5-4794-9D86-CAC1BF4B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人人选子落子 → 人机推荐与悔棋 → AI 对战暂停 → 棋谱回放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194BD-863A-4D5A-AB2B-501EF9FD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组长责任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F9CA1-15F4-4233-B5BD-9D26C8C5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架构、象棋规则、AI、通信和系统集成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0F0C7-9CA8-48C3-9602-B90DEA8B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组员责任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0088A-9C28-468F-998E-BBA30828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界面交互、记录操作、测试验证与操作说明</a:t>
            </a:r>
          </a:p>
        </p:txBody>
      </p:sp>
    </p:spTree>
    <p:extLst>
      <p:ext uri="{BB962C8B-B14F-4D97-AF65-F5344CB8AC3E}">
        <p14:creationId xmlns:p14="http://schemas.microsoft.com/office/powerpoint/2010/main" val="15530828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2F829-98DD-47A8-AA81-DDC7A28F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0D739-4595-4A86-A453-73DC56A0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已知边界与现场验收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3D2D6-FB37-4A77-B2DE-67B7D410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515DA-FE80-4673-B4AA-DDE7D2B6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棋力结果有范围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4705E-A444-4B57-A976-922744B1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92.5% 为本次基础 AI 对照得分率，不等于战胜教师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743B7-8E90-40F3-9282-D3B263B6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规则与数据边界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3AD7F-9BC7-47FD-B5BA-D7BA8384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未实现完整竞赛长将长捉；服务重启不保留内存对局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7AD52-3667-4A9F-A5B3-694298C7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现场需完成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29FE7-94BB-4183-B7B5-0C01AE70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与教师实战；个人贡献核实；按教师最终模板提交报告</a:t>
            </a:r>
          </a:p>
        </p:txBody>
      </p:sp>
    </p:spTree>
    <p:extLst>
      <p:ext uri="{BB962C8B-B14F-4D97-AF65-F5344CB8AC3E}">
        <p14:creationId xmlns:p14="http://schemas.microsoft.com/office/powerpoint/2010/main" val="20874864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2026-10-12T02:15:33.3370000Z</dcterms:created>
  <dcterms:modified xsi:type="dcterms:W3CDTF">2026-10-12T02:15:33.3370000Z</dcterms:modified>
</coreProperties>
</file>